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3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theme/theme4.xml" ContentType="application/vnd.openxmlformats-officedocument.theme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theme/theme5.xml" ContentType="application/vnd.openxmlformats-officedocument.theme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theme/theme6.xml" ContentType="application/vnd.openxmlformats-officedocument.theme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theme/theme7.xml" ContentType="application/vnd.openxmlformats-officedocument.theme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theme/theme8.xml" ContentType="application/vnd.openxmlformats-officedocument.theme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theme/theme9.xml" ContentType="application/vnd.openxmlformats-officedocument.theme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theme/theme10.xml" ContentType="application/vnd.openxmlformats-officedocument.theme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theme/theme11.xml" ContentType="application/vnd.openxmlformats-officedocument.theme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theme/theme1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1" r:id="rId2"/>
    <p:sldMasterId id="2147483674" r:id="rId3"/>
    <p:sldMasterId id="2147483687" r:id="rId4"/>
    <p:sldMasterId id="2147483700" r:id="rId5"/>
    <p:sldMasterId id="2147483713" r:id="rId6"/>
    <p:sldMasterId id="2147483726" r:id="rId7"/>
    <p:sldMasterId id="2147483739" r:id="rId8"/>
    <p:sldMasterId id="2147483752" r:id="rId9"/>
    <p:sldMasterId id="2147483765" r:id="rId10"/>
    <p:sldMasterId id="2147483778" r:id="rId11"/>
    <p:sldMasterId id="2147483791" r:id="rId12"/>
  </p:sldMasterIdLst>
  <p:sldIdLst>
    <p:sldId id="256" r:id="rId13"/>
    <p:sldId id="257" r:id="rId14"/>
    <p:sldId id="258" r:id="rId15"/>
    <p:sldId id="259" r:id="rId16"/>
    <p:sldId id="260" r:id="rId17"/>
    <p:sldId id="261" r:id="rId18"/>
    <p:sldId id="262" r:id="rId19"/>
    <p:sldId id="263" r:id="rId20"/>
    <p:sldId id="264" r:id="rId21"/>
    <p:sldId id="265" r:id="rId22"/>
    <p:sldId id="266" r:id="rId23"/>
  </p:sldIdLst>
  <p:sldSz cx="12192000" cy="6858000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18" Type="http://schemas.openxmlformats.org/officeDocument/2006/relationships/slide" Target="slides/slide6.xml"/><Relationship Id="rId26" Type="http://schemas.openxmlformats.org/officeDocument/2006/relationships/theme" Target="theme/theme1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9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slide" Target="slides/slide5.xml"/><Relationship Id="rId25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4.xml"/><Relationship Id="rId20" Type="http://schemas.openxmlformats.org/officeDocument/2006/relationships/slide" Target="slides/slide8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24" Type="http://schemas.openxmlformats.org/officeDocument/2006/relationships/presProps" Target="pres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3.xml"/><Relationship Id="rId23" Type="http://schemas.openxmlformats.org/officeDocument/2006/relationships/slide" Target="slides/slide11.xml"/><Relationship Id="rId10" Type="http://schemas.openxmlformats.org/officeDocument/2006/relationships/slideMaster" Target="slideMasters/slideMaster10.xml"/><Relationship Id="rId19" Type="http://schemas.openxmlformats.org/officeDocument/2006/relationships/slide" Target="slides/slide7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slide" Target="slides/slide2.xml"/><Relationship Id="rId22" Type="http://schemas.openxmlformats.org/officeDocument/2006/relationships/slide" Target="slides/slide10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8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0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7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8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8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9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9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1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2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3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4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4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5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5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57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5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0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1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2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3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64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8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8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9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9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9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199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5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06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2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2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3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3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3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4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4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4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4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4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4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4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4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5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56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6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6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6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7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71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7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7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7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8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83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86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87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88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89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290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9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9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2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0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0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0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0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0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10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17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2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2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22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25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26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2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28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29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37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4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4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4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4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52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5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59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6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6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6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64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6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67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68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69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70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71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79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8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8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8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8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8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9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9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9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94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9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9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39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05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06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0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09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10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11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12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13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2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3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3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3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4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4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4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47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50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51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52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53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54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6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6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PlaceHolder 1"/>
          <p:cNvSpPr>
            <a:spLocks noGrp="1"/>
          </p:cNvSpPr>
          <p:nvPr>
            <p:ph type="subTitle"/>
          </p:nvPr>
        </p:nvSpPr>
        <p:spPr>
          <a:xfrm>
            <a:off x="838080" y="365040"/>
            <a:ext cx="10515600" cy="61455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7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7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7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7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7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7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7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7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8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8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8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8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8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8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8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49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9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9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9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9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  <p:sp>
        <p:nvSpPr>
          <p:cNvPr id="49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2.xml"/><Relationship Id="rId13" Type="http://schemas.openxmlformats.org/officeDocument/2006/relationships/theme" Target="../theme/theme3.xml"/><Relationship Id="rId3" Type="http://schemas.openxmlformats.org/officeDocument/2006/relationships/slideLayout" Target="../slideLayouts/slideLayout27.xml"/><Relationship Id="rId7" Type="http://schemas.openxmlformats.org/officeDocument/2006/relationships/slideLayout" Target="../slideLayouts/slideLayout31.xml"/><Relationship Id="rId12" Type="http://schemas.openxmlformats.org/officeDocument/2006/relationships/slideLayout" Target="../slideLayouts/slideLayout36.xml"/><Relationship Id="rId2" Type="http://schemas.openxmlformats.org/officeDocument/2006/relationships/slideLayout" Target="../slideLayouts/slideLayout26.xml"/><Relationship Id="rId1" Type="http://schemas.openxmlformats.org/officeDocument/2006/relationships/slideLayout" Target="../slideLayouts/slideLayout25.xml"/><Relationship Id="rId6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35.xml"/><Relationship Id="rId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34.xml"/><Relationship Id="rId4" Type="http://schemas.openxmlformats.org/officeDocument/2006/relationships/slideLayout" Target="../slideLayouts/slideLayout28.xml"/><Relationship Id="rId9" Type="http://schemas.openxmlformats.org/officeDocument/2006/relationships/slideLayout" Target="../slideLayouts/slideLayout33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13" Type="http://schemas.openxmlformats.org/officeDocument/2006/relationships/theme" Target="../theme/theme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slideLayout" Target="../slideLayouts/slideLayout48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_rels/slideMaster5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6.xml"/><Relationship Id="rId13" Type="http://schemas.openxmlformats.org/officeDocument/2006/relationships/theme" Target="../theme/theme5.xml"/><Relationship Id="rId3" Type="http://schemas.openxmlformats.org/officeDocument/2006/relationships/slideLayout" Target="../slideLayouts/slideLayout51.xml"/><Relationship Id="rId7" Type="http://schemas.openxmlformats.org/officeDocument/2006/relationships/slideLayout" Target="../slideLayouts/slideLayout55.xml"/><Relationship Id="rId12" Type="http://schemas.openxmlformats.org/officeDocument/2006/relationships/slideLayout" Target="../slideLayouts/slideLayout60.xml"/><Relationship Id="rId2" Type="http://schemas.openxmlformats.org/officeDocument/2006/relationships/slideLayout" Target="../slideLayouts/slideLayout50.xml"/><Relationship Id="rId1" Type="http://schemas.openxmlformats.org/officeDocument/2006/relationships/slideLayout" Target="../slideLayouts/slideLayout49.xml"/><Relationship Id="rId6" Type="http://schemas.openxmlformats.org/officeDocument/2006/relationships/slideLayout" Target="../slideLayouts/slideLayout54.xml"/><Relationship Id="rId11" Type="http://schemas.openxmlformats.org/officeDocument/2006/relationships/slideLayout" Target="../slideLayouts/slideLayout59.xml"/><Relationship Id="rId5" Type="http://schemas.openxmlformats.org/officeDocument/2006/relationships/slideLayout" Target="../slideLayouts/slideLayout53.xml"/><Relationship Id="rId10" Type="http://schemas.openxmlformats.org/officeDocument/2006/relationships/slideLayout" Target="../slideLayouts/slideLayout58.xml"/><Relationship Id="rId4" Type="http://schemas.openxmlformats.org/officeDocument/2006/relationships/slideLayout" Target="../slideLayouts/slideLayout52.xml"/><Relationship Id="rId9" Type="http://schemas.openxmlformats.org/officeDocument/2006/relationships/slideLayout" Target="../slideLayouts/slideLayout57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8.xml"/><Relationship Id="rId13" Type="http://schemas.openxmlformats.org/officeDocument/2006/relationships/theme" Target="../theme/theme6.xml"/><Relationship Id="rId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67.xml"/><Relationship Id="rId12" Type="http://schemas.openxmlformats.org/officeDocument/2006/relationships/slideLayout" Target="../slideLayouts/slideLayout72.xml"/><Relationship Id="rId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61.xml"/><Relationship Id="rId6" Type="http://schemas.openxmlformats.org/officeDocument/2006/relationships/slideLayout" Target="../slideLayouts/slideLayout66.xml"/><Relationship Id="rId11" Type="http://schemas.openxmlformats.org/officeDocument/2006/relationships/slideLayout" Target="../slideLayouts/slideLayout71.xml"/><Relationship Id="rId5" Type="http://schemas.openxmlformats.org/officeDocument/2006/relationships/slideLayout" Target="../slideLayouts/slideLayout65.xml"/><Relationship Id="rId10" Type="http://schemas.openxmlformats.org/officeDocument/2006/relationships/slideLayout" Target="../slideLayouts/slideLayout70.xml"/><Relationship Id="rId4" Type="http://schemas.openxmlformats.org/officeDocument/2006/relationships/slideLayout" Target="../slideLayouts/slideLayout64.xml"/><Relationship Id="rId9" Type="http://schemas.openxmlformats.org/officeDocument/2006/relationships/slideLayout" Target="../slideLayouts/slideLayout69.xml"/></Relationships>
</file>

<file path=ppt/slideMasters/_rels/slideMaster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0.xml"/><Relationship Id="rId13" Type="http://schemas.openxmlformats.org/officeDocument/2006/relationships/theme" Target="../theme/theme7.xml"/><Relationship Id="rId3" Type="http://schemas.openxmlformats.org/officeDocument/2006/relationships/slideLayout" Target="../slideLayouts/slideLayout75.xml"/><Relationship Id="rId7" Type="http://schemas.openxmlformats.org/officeDocument/2006/relationships/slideLayout" Target="../slideLayouts/slideLayout79.xml"/><Relationship Id="rId12" Type="http://schemas.openxmlformats.org/officeDocument/2006/relationships/slideLayout" Target="../slideLayouts/slideLayout84.xml"/><Relationship Id="rId2" Type="http://schemas.openxmlformats.org/officeDocument/2006/relationships/slideLayout" Target="../slideLayouts/slideLayout74.xml"/><Relationship Id="rId1" Type="http://schemas.openxmlformats.org/officeDocument/2006/relationships/slideLayout" Target="../slideLayouts/slideLayout73.xml"/><Relationship Id="rId6" Type="http://schemas.openxmlformats.org/officeDocument/2006/relationships/slideLayout" Target="../slideLayouts/slideLayout78.xml"/><Relationship Id="rId11" Type="http://schemas.openxmlformats.org/officeDocument/2006/relationships/slideLayout" Target="../slideLayouts/slideLayout83.xml"/><Relationship Id="rId5" Type="http://schemas.openxmlformats.org/officeDocument/2006/relationships/slideLayout" Target="../slideLayouts/slideLayout77.xml"/><Relationship Id="rId10" Type="http://schemas.openxmlformats.org/officeDocument/2006/relationships/slideLayout" Target="../slideLayouts/slideLayout82.xml"/><Relationship Id="rId4" Type="http://schemas.openxmlformats.org/officeDocument/2006/relationships/slideLayout" Target="../slideLayouts/slideLayout76.xml"/><Relationship Id="rId9" Type="http://schemas.openxmlformats.org/officeDocument/2006/relationships/slideLayout" Target="../slideLayouts/slideLayout81.xml"/></Relationships>
</file>

<file path=ppt/slideMasters/_rels/slideMaster8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2.xml"/><Relationship Id="rId13" Type="http://schemas.openxmlformats.org/officeDocument/2006/relationships/theme" Target="../theme/theme8.xml"/><Relationship Id="rId3" Type="http://schemas.openxmlformats.org/officeDocument/2006/relationships/slideLayout" Target="../slideLayouts/slideLayout87.xml"/><Relationship Id="rId7" Type="http://schemas.openxmlformats.org/officeDocument/2006/relationships/slideLayout" Target="../slideLayouts/slideLayout91.xml"/><Relationship Id="rId12" Type="http://schemas.openxmlformats.org/officeDocument/2006/relationships/slideLayout" Target="../slideLayouts/slideLayout96.xml"/><Relationship Id="rId2" Type="http://schemas.openxmlformats.org/officeDocument/2006/relationships/slideLayout" Target="../slideLayouts/slideLayout86.xml"/><Relationship Id="rId1" Type="http://schemas.openxmlformats.org/officeDocument/2006/relationships/slideLayout" Target="../slideLayouts/slideLayout85.xml"/><Relationship Id="rId6" Type="http://schemas.openxmlformats.org/officeDocument/2006/relationships/slideLayout" Target="../slideLayouts/slideLayout90.xml"/><Relationship Id="rId11" Type="http://schemas.openxmlformats.org/officeDocument/2006/relationships/slideLayout" Target="../slideLayouts/slideLayout95.xml"/><Relationship Id="rId5" Type="http://schemas.openxmlformats.org/officeDocument/2006/relationships/slideLayout" Target="../slideLayouts/slideLayout89.xml"/><Relationship Id="rId10" Type="http://schemas.openxmlformats.org/officeDocument/2006/relationships/slideLayout" Target="../slideLayouts/slideLayout94.xml"/><Relationship Id="rId4" Type="http://schemas.openxmlformats.org/officeDocument/2006/relationships/slideLayout" Target="../slideLayouts/slideLayout88.xml"/><Relationship Id="rId9" Type="http://schemas.openxmlformats.org/officeDocument/2006/relationships/slideLayout" Target="../slideLayouts/slideLayout93.xml"/></Relationships>
</file>

<file path=ppt/slideMasters/_rels/slideMaster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04.xml"/><Relationship Id="rId13" Type="http://schemas.openxmlformats.org/officeDocument/2006/relationships/theme" Target="../theme/theme9.xml"/><Relationship Id="rId3" Type="http://schemas.openxmlformats.org/officeDocument/2006/relationships/slideLayout" Target="../slideLayouts/slideLayout99.xml"/><Relationship Id="rId7" Type="http://schemas.openxmlformats.org/officeDocument/2006/relationships/slideLayout" Target="../slideLayouts/slideLayout103.xml"/><Relationship Id="rId12" Type="http://schemas.openxmlformats.org/officeDocument/2006/relationships/slideLayout" Target="../slideLayouts/slideLayout108.xml"/><Relationship Id="rId2" Type="http://schemas.openxmlformats.org/officeDocument/2006/relationships/slideLayout" Target="../slideLayouts/slideLayout98.xml"/><Relationship Id="rId1" Type="http://schemas.openxmlformats.org/officeDocument/2006/relationships/slideLayout" Target="../slideLayouts/slideLayout97.xml"/><Relationship Id="rId6" Type="http://schemas.openxmlformats.org/officeDocument/2006/relationships/slideLayout" Target="../slideLayouts/slideLayout102.xml"/><Relationship Id="rId11" Type="http://schemas.openxmlformats.org/officeDocument/2006/relationships/slideLayout" Target="../slideLayouts/slideLayout107.xml"/><Relationship Id="rId5" Type="http://schemas.openxmlformats.org/officeDocument/2006/relationships/slideLayout" Target="../slideLayouts/slideLayout101.xml"/><Relationship Id="rId10" Type="http://schemas.openxmlformats.org/officeDocument/2006/relationships/slideLayout" Target="../slideLayouts/slideLayout106.xml"/><Relationship Id="rId4" Type="http://schemas.openxmlformats.org/officeDocument/2006/relationships/slideLayout" Target="../slideLayouts/slideLayout100.xml"/><Relationship Id="rId9" Type="http://schemas.openxmlformats.org/officeDocument/2006/relationships/slideLayout" Target="../slideLayouts/slideLayout105.xml"/></Relationships>
</file>

<file path=ppt/slideMasters/_rels/slideMaster10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16.xml"/><Relationship Id="rId13" Type="http://schemas.openxmlformats.org/officeDocument/2006/relationships/theme" Target="../theme/theme10.xml"/><Relationship Id="rId3" Type="http://schemas.openxmlformats.org/officeDocument/2006/relationships/slideLayout" Target="../slideLayouts/slideLayout111.xml"/><Relationship Id="rId7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20.xml"/><Relationship Id="rId2" Type="http://schemas.openxmlformats.org/officeDocument/2006/relationships/slideLayout" Target="../slideLayouts/slideLayout110.xml"/><Relationship Id="rId1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9.xml"/><Relationship Id="rId5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8.xml"/><Relationship Id="rId4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7.xml"/></Relationships>
</file>

<file path=ppt/slideMasters/_rels/slideMaster1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28.xml"/><Relationship Id="rId13" Type="http://schemas.openxmlformats.org/officeDocument/2006/relationships/theme" Target="../theme/theme11.xml"/><Relationship Id="rId3" Type="http://schemas.openxmlformats.org/officeDocument/2006/relationships/slideLayout" Target="../slideLayouts/slideLayout123.xml"/><Relationship Id="rId7" Type="http://schemas.openxmlformats.org/officeDocument/2006/relationships/slideLayout" Target="../slideLayouts/slideLayout127.xml"/><Relationship Id="rId12" Type="http://schemas.openxmlformats.org/officeDocument/2006/relationships/slideLayout" Target="../slideLayouts/slideLayout132.xml"/><Relationship Id="rId2" Type="http://schemas.openxmlformats.org/officeDocument/2006/relationships/slideLayout" Target="../slideLayouts/slideLayout122.xml"/><Relationship Id="rId1" Type="http://schemas.openxmlformats.org/officeDocument/2006/relationships/slideLayout" Target="../slideLayouts/slideLayout121.xml"/><Relationship Id="rId6" Type="http://schemas.openxmlformats.org/officeDocument/2006/relationships/slideLayout" Target="../slideLayouts/slideLayout126.xml"/><Relationship Id="rId11" Type="http://schemas.openxmlformats.org/officeDocument/2006/relationships/slideLayout" Target="../slideLayouts/slideLayout131.xml"/><Relationship Id="rId5" Type="http://schemas.openxmlformats.org/officeDocument/2006/relationships/slideLayout" Target="../slideLayouts/slideLayout125.xml"/><Relationship Id="rId10" Type="http://schemas.openxmlformats.org/officeDocument/2006/relationships/slideLayout" Target="../slideLayouts/slideLayout130.xml"/><Relationship Id="rId4" Type="http://schemas.openxmlformats.org/officeDocument/2006/relationships/slideLayout" Target="../slideLayouts/slideLayout124.xml"/><Relationship Id="rId9" Type="http://schemas.openxmlformats.org/officeDocument/2006/relationships/slideLayout" Target="../slideLayouts/slideLayout129.xml"/></Relationships>
</file>

<file path=ppt/slideMasters/_rels/slideMaster1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40.xml"/><Relationship Id="rId13" Type="http://schemas.openxmlformats.org/officeDocument/2006/relationships/theme" Target="../theme/theme12.xml"/><Relationship Id="rId3" Type="http://schemas.openxmlformats.org/officeDocument/2006/relationships/slideLayout" Target="../slideLayouts/slideLayout135.xml"/><Relationship Id="rId7" Type="http://schemas.openxmlformats.org/officeDocument/2006/relationships/slideLayout" Target="../slideLayouts/slideLayout139.xml"/><Relationship Id="rId12" Type="http://schemas.openxmlformats.org/officeDocument/2006/relationships/slideLayout" Target="../slideLayouts/slideLayout144.xml"/><Relationship Id="rId2" Type="http://schemas.openxmlformats.org/officeDocument/2006/relationships/slideLayout" Target="../slideLayouts/slideLayout134.xml"/><Relationship Id="rId1" Type="http://schemas.openxmlformats.org/officeDocument/2006/relationships/slideLayout" Target="../slideLayouts/slideLayout133.xml"/><Relationship Id="rId6" Type="http://schemas.openxmlformats.org/officeDocument/2006/relationships/slideLayout" Target="../slideLayouts/slideLayout138.xml"/><Relationship Id="rId11" Type="http://schemas.openxmlformats.org/officeDocument/2006/relationships/slideLayout" Target="../slideLayouts/slideLayout143.xml"/><Relationship Id="rId5" Type="http://schemas.openxmlformats.org/officeDocument/2006/relationships/slideLayout" Target="../slideLayouts/slideLayout137.xml"/><Relationship Id="rId10" Type="http://schemas.openxmlformats.org/officeDocument/2006/relationships/slideLayout" Target="../slideLayouts/slideLayout142.xml"/><Relationship Id="rId4" Type="http://schemas.openxmlformats.org/officeDocument/2006/relationships/slideLayout" Target="../slideLayouts/slideLayout136.xml"/><Relationship Id="rId9" Type="http://schemas.openxmlformats.org/officeDocument/2006/relationships/slideLayout" Target="../slideLayouts/slideLayout14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600" cy="435132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lang="en-GB" sz="2800" b="0" strike="noStrike" spc="-1"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level</a:t>
            </a:r>
            <a:endParaRPr lang="en-GB" sz="2400" b="0" strike="noStrike" spc="-1">
              <a:latin typeface="Arial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level</a:t>
            </a:r>
            <a:endParaRPr lang="en-GB" sz="2000" b="0" strike="noStrike" spc="-1">
              <a:latin typeface="Arial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level</a:t>
            </a:r>
            <a:endParaRPr lang="en-GB" sz="1800" b="0" strike="noStrike" spc="-1">
              <a:latin typeface="Arial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level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5A6E41A6-774D-4A54-81E2-95B103BED354}" type="datetime">
              <a:rPr lang="en-US" sz="1200" b="0" strike="noStrike" spc="-1">
                <a:solidFill>
                  <a:srgbClr val="898989"/>
                </a:solidFill>
                <a:latin typeface="Calibri"/>
              </a:rPr>
              <a:t>5/12/2021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</p:spPr>
        <p:txBody>
          <a:bodyPr anchor="ctr" anchorCtr="1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F870FA01-A7BA-4E35-88A4-EEB71027D4F2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4000" cy="2387520"/>
          </a:xfrm>
          <a:prstGeom prst="rect">
            <a:avLst/>
          </a:prstGeom>
        </p:spPr>
        <p:txBody>
          <a:bodyPr anchor="b" anchorCtr="1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60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GB" sz="6000" b="0" strike="noStrike" spc="-1"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6AF18FFB-1FEE-4E0E-B11F-963FBAD7700F}" type="datetime">
              <a:rPr lang="en-US" sz="1200" b="0" strike="noStrike" spc="-1">
                <a:solidFill>
                  <a:srgbClr val="898989"/>
                </a:solidFill>
                <a:latin typeface="Calibri"/>
              </a:rPr>
              <a:t>5/12/2021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</p:spPr>
        <p:txBody>
          <a:bodyPr anchor="ctr" anchorCtr="1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44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03A1C94B-5532-4CEC-BE8A-1B7F3F1A7DCE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45" name="PlaceHolder 5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 type="title"/>
          </p:nvPr>
        </p:nvSpPr>
        <p:spPr>
          <a:xfrm>
            <a:off x="838080" y="1825560"/>
            <a:ext cx="10515600" cy="435132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  <a:br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level</a:t>
            </a:r>
            <a:br/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level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level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level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D2037F43-7DA9-4648-B9AF-40D33526EE6A}" type="datetime">
              <a:rPr lang="en-US" sz="1200" b="0" strike="noStrike" spc="-1">
                <a:solidFill>
                  <a:srgbClr val="898989"/>
                </a:solidFill>
                <a:latin typeface="Calibri"/>
              </a:rPr>
              <a:t>5/12/2021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</p:spPr>
        <p:txBody>
          <a:bodyPr anchor="ctr" anchorCtr="1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04B714-AA25-405C-8A1C-4D826F89B618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87" name="PlaceHolder 6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3200" b="0" strike="noStrike" spc="-1"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800" b="0" strike="noStrike" spc="-1"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400" b="0" strike="noStrike" spc="-1"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GB" sz="2000" b="0" strike="noStrike" spc="-1"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GB" sz="2000" b="0" strike="noStrike" spc="-1"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8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 1"/>
          <p:cNvSpPr>
            <a:spLocks noGrp="1"/>
          </p:cNvSpPr>
          <p:nvPr>
            <p:ph type="title"/>
          </p:nvPr>
        </p:nvSpPr>
        <p:spPr>
          <a:xfrm>
            <a:off x="831960" y="1709640"/>
            <a:ext cx="10515600" cy="285264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60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GB" sz="6000" b="0" strike="noStrike" spc="-1">
              <a:latin typeface="Arial"/>
            </a:endParaRPr>
          </a:p>
        </p:txBody>
      </p:sp>
      <p:sp>
        <p:nvSpPr>
          <p:cNvPr id="125" name="PlaceHolder 2"/>
          <p:cNvSpPr>
            <a:spLocks noGrp="1"/>
          </p:cNvSpPr>
          <p:nvPr>
            <p:ph type="body"/>
          </p:nvPr>
        </p:nvSpPr>
        <p:spPr>
          <a:xfrm>
            <a:off x="831960" y="4589640"/>
            <a:ext cx="10515600" cy="150012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strike="noStrike" spc="-1">
                <a:solidFill>
                  <a:srgbClr val="898989"/>
                </a:solidFill>
                <a:latin typeface="Calibri"/>
              </a:rPr>
              <a:t>Click to edit Master text styles</a:t>
            </a:r>
            <a:endParaRPr lang="en-GB" sz="2400" b="0" strike="noStrike" spc="-1">
              <a:latin typeface="Arial"/>
            </a:endParaRPr>
          </a:p>
        </p:txBody>
      </p:sp>
      <p:sp>
        <p:nvSpPr>
          <p:cNvPr id="126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1AF6F511-B176-4065-9840-DD382DED60CF}" type="datetime">
              <a:rPr lang="en-US" sz="1200" b="0" strike="noStrike" spc="-1">
                <a:solidFill>
                  <a:srgbClr val="898989"/>
                </a:solidFill>
                <a:latin typeface="Calibri"/>
              </a:rPr>
              <a:t>5/12/2021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127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</p:spPr>
        <p:txBody>
          <a:bodyPr anchor="ctr" anchorCtr="1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128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0C31F92A-05EC-4DC1-987E-D029F4937A8A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title"/>
          </p:nvPr>
        </p:nvSpPr>
        <p:spPr>
          <a:xfrm>
            <a:off x="838080" y="1825560"/>
            <a:ext cx="5181480" cy="435132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  <a:br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level</a:t>
            </a:r>
            <a:br/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level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level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level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title"/>
          </p:nvPr>
        </p:nvSpPr>
        <p:spPr>
          <a:xfrm>
            <a:off x="6172200" y="1825560"/>
            <a:ext cx="5181480" cy="435132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  <a:br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level</a:t>
            </a:r>
            <a:br/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level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level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level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91388DD6-6A4A-4C6E-B4B7-B1151F56C1B2}" type="datetime">
              <a:rPr lang="en-US" sz="1200" b="0" strike="noStrike" spc="-1">
                <a:solidFill>
                  <a:srgbClr val="898989"/>
                </a:solidFill>
                <a:latin typeface="Calibri"/>
              </a:rPr>
              <a:t>5/12/2021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</p:spPr>
        <p:txBody>
          <a:bodyPr anchor="ctr" anchorCtr="1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3741DC45-7033-46D6-B036-2720FB7C7F62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PlaceHolder 1"/>
          <p:cNvSpPr>
            <a:spLocks noGrp="1"/>
          </p:cNvSpPr>
          <p:nvPr>
            <p:ph type="title"/>
          </p:nvPr>
        </p:nvSpPr>
        <p:spPr>
          <a:xfrm>
            <a:off x="839880" y="365040"/>
            <a:ext cx="10515600" cy="132552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08" name="PlaceHolder 2"/>
          <p:cNvSpPr>
            <a:spLocks noGrp="1"/>
          </p:cNvSpPr>
          <p:nvPr>
            <p:ph type="body"/>
          </p:nvPr>
        </p:nvSpPr>
        <p:spPr>
          <a:xfrm>
            <a:off x="839880" y="1681200"/>
            <a:ext cx="5157720" cy="82404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lang="en-GB" sz="2400" b="0" strike="noStrike" spc="-1">
              <a:latin typeface="Arial"/>
            </a:endParaRPr>
          </a:p>
        </p:txBody>
      </p:sp>
      <p:sp>
        <p:nvSpPr>
          <p:cNvPr id="209" name="PlaceHolder 3"/>
          <p:cNvSpPr>
            <a:spLocks noGrp="1"/>
          </p:cNvSpPr>
          <p:nvPr>
            <p:ph type="title"/>
          </p:nvPr>
        </p:nvSpPr>
        <p:spPr>
          <a:xfrm>
            <a:off x="839880" y="2505240"/>
            <a:ext cx="5157720" cy="3684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  <a:br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level</a:t>
            </a:r>
            <a:br/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level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level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level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210" name="PlaceHolder 4"/>
          <p:cNvSpPr>
            <a:spLocks noGrp="1"/>
          </p:cNvSpPr>
          <p:nvPr>
            <p:ph type="body"/>
          </p:nvPr>
        </p:nvSpPr>
        <p:spPr>
          <a:xfrm>
            <a:off x="6172200" y="1681200"/>
            <a:ext cx="5183280" cy="82404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  <a:spcBef>
                <a:spcPts val="1001"/>
              </a:spcBef>
            </a:pPr>
            <a:r>
              <a:rPr lang="en-US" sz="2400" b="1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lang="en-GB" sz="2400" b="0" strike="noStrike" spc="-1">
              <a:latin typeface="Arial"/>
            </a:endParaRPr>
          </a:p>
        </p:txBody>
      </p:sp>
      <p:sp>
        <p:nvSpPr>
          <p:cNvPr id="211" name="PlaceHolder 5"/>
          <p:cNvSpPr>
            <a:spLocks noGrp="1"/>
          </p:cNvSpPr>
          <p:nvPr>
            <p:ph type="title"/>
          </p:nvPr>
        </p:nvSpPr>
        <p:spPr>
          <a:xfrm>
            <a:off x="6172200" y="2505240"/>
            <a:ext cx="5183280" cy="368460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  <a:br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level</a:t>
            </a:r>
            <a:br/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level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level</a:t>
            </a:r>
            <a:br/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level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212" name="PlaceHolder 6"/>
          <p:cNvSpPr>
            <a:spLocks noGrp="1"/>
          </p:cNvSpPr>
          <p:nvPr>
            <p:ph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7491AC62-D11F-4F07-8EDC-9F13DAE58F2A}" type="datetime">
              <a:rPr lang="en-US" sz="1200" b="0" strike="noStrike" spc="-1">
                <a:solidFill>
                  <a:srgbClr val="898989"/>
                </a:solidFill>
                <a:latin typeface="Calibri"/>
              </a:rPr>
              <a:t>5/12/2021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213" name="PlaceHolder 7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</p:spPr>
        <p:txBody>
          <a:bodyPr anchor="ctr" anchorCtr="1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214" name="PlaceHolder 8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05948BC0-6493-477B-8E79-2045B0BA1E3A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252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1DDB092E-43F6-4948-80D3-AF63A92BDB26}" type="datetime">
              <a:rPr lang="en-US" sz="1200" b="0" strike="noStrike" spc="-1">
                <a:solidFill>
                  <a:srgbClr val="898989"/>
                </a:solidFill>
                <a:latin typeface="Calibri"/>
              </a:rPr>
              <a:t>5/12/2021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253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</p:spPr>
        <p:txBody>
          <a:bodyPr anchor="ctr" anchorCtr="1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254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8AC858B1-462F-4B9C-ABC7-7497CCB9DAA7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PlaceHolder 1"/>
          <p:cNvSpPr>
            <a:spLocks noGrp="1"/>
          </p:cNvSpPr>
          <p:nvPr>
            <p:ph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CC6CD37E-A48A-4E02-87B6-DF4CF6E522C1}" type="datetime">
              <a:rPr lang="en-US" sz="1200" b="0" strike="noStrike" spc="-1">
                <a:solidFill>
                  <a:srgbClr val="898989"/>
                </a:solidFill>
                <a:latin typeface="Calibri"/>
              </a:rPr>
              <a:t>5/12/2021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292" name="PlaceHolder 2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</p:spPr>
        <p:txBody>
          <a:bodyPr anchor="ctr" anchorCtr="1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293" name="PlaceHolder 3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FA61402C-9FC5-419E-A4C8-B18DEEFB4ECA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  <p:sldLayoutId id="2147483743" r:id="rId4"/>
    <p:sldLayoutId id="2147483744" r:id="rId5"/>
    <p:sldLayoutId id="2147483745" r:id="rId6"/>
    <p:sldLayoutId id="2147483746" r:id="rId7"/>
    <p:sldLayoutId id="2147483747" r:id="rId8"/>
    <p:sldLayoutId id="2147483748" r:id="rId9"/>
    <p:sldLayoutId id="2147483749" r:id="rId10"/>
    <p:sldLayoutId id="2147483750" r:id="rId11"/>
    <p:sldLayoutId id="2147483751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2280" cy="16002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GB" sz="3200" b="0" strike="noStrike" spc="-1">
              <a:latin typeface="Arial"/>
            </a:endParaRPr>
          </a:p>
        </p:txBody>
      </p:sp>
      <p:sp>
        <p:nvSpPr>
          <p:cNvPr id="331" name="PlaceHolder 2"/>
          <p:cNvSpPr>
            <a:spLocks noGrp="1"/>
          </p:cNvSpPr>
          <p:nvPr>
            <p:ph type="title"/>
          </p:nvPr>
        </p:nvSpPr>
        <p:spPr>
          <a:xfrm>
            <a:off x="5183280" y="987480"/>
            <a:ext cx="6172200" cy="487368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  <a:br/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Second level</a:t>
            </a:r>
            <a:br/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Third level</a:t>
            </a:r>
            <a:br/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Fourth level</a:t>
            </a:r>
            <a:br/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Fifth level</a:t>
            </a:r>
            <a:endParaRPr lang="en-GB" sz="2000" b="0" strike="noStrike" spc="-1">
              <a:latin typeface="Arial"/>
            </a:endParaRPr>
          </a:p>
        </p:txBody>
      </p:sp>
      <p:sp>
        <p:nvSpPr>
          <p:cNvPr id="332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2280" cy="381168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lang="en-GB" sz="1600" b="0" strike="noStrike" spc="-1">
              <a:latin typeface="Arial"/>
            </a:endParaRPr>
          </a:p>
        </p:txBody>
      </p:sp>
      <p:sp>
        <p:nvSpPr>
          <p:cNvPr id="333" name="PlaceHolder 4"/>
          <p:cNvSpPr>
            <a:spLocks noGrp="1"/>
          </p:cNvSpPr>
          <p:nvPr>
            <p:ph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BB3F7398-E663-4495-A0B3-A87E707B4029}" type="datetime">
              <a:rPr lang="en-US" sz="1200" b="0" strike="noStrike" spc="-1">
                <a:solidFill>
                  <a:srgbClr val="898989"/>
                </a:solidFill>
                <a:latin typeface="Calibri"/>
              </a:rPr>
              <a:t>5/12/2021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334" name="PlaceHolder 5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</p:spPr>
        <p:txBody>
          <a:bodyPr anchor="ctr" anchorCtr="1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335" name="PlaceHolder 6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054CB75A-4225-44BA-A200-5346CBC9DC4A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3" r:id="rId1"/>
    <p:sldLayoutId id="2147483754" r:id="rId2"/>
    <p:sldLayoutId id="2147483755" r:id="rId3"/>
    <p:sldLayoutId id="2147483756" r:id="rId4"/>
    <p:sldLayoutId id="2147483757" r:id="rId5"/>
    <p:sldLayoutId id="2147483758" r:id="rId6"/>
    <p:sldLayoutId id="2147483759" r:id="rId7"/>
    <p:sldLayoutId id="2147483760" r:id="rId8"/>
    <p:sldLayoutId id="2147483761" r:id="rId9"/>
    <p:sldLayoutId id="2147483762" r:id="rId10"/>
    <p:sldLayoutId id="2147483763" r:id="rId11"/>
    <p:sldLayoutId id="2147483764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PlaceHolder 1"/>
          <p:cNvSpPr>
            <a:spLocks noGrp="1"/>
          </p:cNvSpPr>
          <p:nvPr>
            <p:ph type="title"/>
          </p:nvPr>
        </p:nvSpPr>
        <p:spPr>
          <a:xfrm>
            <a:off x="839880" y="457200"/>
            <a:ext cx="3932280" cy="1600200"/>
          </a:xfrm>
          <a:prstGeom prst="rect">
            <a:avLst/>
          </a:prstGeo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2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GB" sz="3200" b="0" strike="noStrike" spc="-1">
              <a:latin typeface="Arial"/>
            </a:endParaRPr>
          </a:p>
        </p:txBody>
      </p:sp>
      <p:sp>
        <p:nvSpPr>
          <p:cNvPr id="373" name="PlaceHolder 2"/>
          <p:cNvSpPr>
            <a:spLocks noGrp="1"/>
          </p:cNvSpPr>
          <p:nvPr>
            <p:ph type="title"/>
          </p:nvPr>
        </p:nvSpPr>
        <p:spPr>
          <a:xfrm>
            <a:off x="5183280" y="987480"/>
            <a:ext cx="6172200" cy="487368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ctr"/>
            <a:endParaRPr lang="en-GB" sz="4400" b="0" strike="noStrike" spc="-1">
              <a:latin typeface="Arial"/>
            </a:endParaRPr>
          </a:p>
        </p:txBody>
      </p:sp>
      <p:sp>
        <p:nvSpPr>
          <p:cNvPr id="374" name="PlaceHolder 3"/>
          <p:cNvSpPr>
            <a:spLocks noGrp="1"/>
          </p:cNvSpPr>
          <p:nvPr>
            <p:ph type="body"/>
          </p:nvPr>
        </p:nvSpPr>
        <p:spPr>
          <a:xfrm>
            <a:off x="839880" y="2057400"/>
            <a:ext cx="3932280" cy="3811680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432000" indent="-3240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6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lang="en-GB" sz="1600" b="0" strike="noStrike" spc="-1">
              <a:latin typeface="Arial"/>
            </a:endParaRPr>
          </a:p>
        </p:txBody>
      </p:sp>
      <p:sp>
        <p:nvSpPr>
          <p:cNvPr id="375" name="PlaceHolder 4"/>
          <p:cNvSpPr>
            <a:spLocks noGrp="1"/>
          </p:cNvSpPr>
          <p:nvPr>
            <p:ph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5C35F14D-67AA-48DD-A895-796DE53DA6ED}" type="datetime">
              <a:rPr lang="en-US" sz="1200" b="0" strike="noStrike" spc="-1">
                <a:solidFill>
                  <a:srgbClr val="898989"/>
                </a:solidFill>
                <a:latin typeface="Calibri"/>
              </a:rPr>
              <a:t>5/12/2021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376" name="PlaceHolder 5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</p:spPr>
        <p:txBody>
          <a:bodyPr anchor="ctr" anchorCtr="1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377" name="PlaceHolder 6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CF3135B8-D6FF-4F23-A956-7BB6D81E797D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6" r:id="rId1"/>
    <p:sldLayoutId id="2147483767" r:id="rId2"/>
    <p:sldLayoutId id="2147483768" r:id="rId3"/>
    <p:sldLayoutId id="2147483769" r:id="rId4"/>
    <p:sldLayoutId id="2147483770" r:id="rId5"/>
    <p:sldLayoutId id="2147483771" r:id="rId6"/>
    <p:sldLayoutId id="2147483772" r:id="rId7"/>
    <p:sldLayoutId id="2147483773" r:id="rId8"/>
    <p:sldLayoutId id="2147483774" r:id="rId9"/>
    <p:sldLayoutId id="2147483775" r:id="rId10"/>
    <p:sldLayoutId id="2147483776" r:id="rId11"/>
    <p:sldLayoutId id="2147483777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title"/>
          </p:nvPr>
        </p:nvSpPr>
        <p:spPr>
          <a:xfrm>
            <a:off x="838080" y="365040"/>
            <a:ext cx="10515600" cy="1325520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838080" y="1825560"/>
            <a:ext cx="10515600" cy="4351320"/>
          </a:xfrm>
          <a:prstGeom prst="rect">
            <a:avLst/>
          </a:prstGeom>
        </p:spPr>
        <p:txBody>
          <a:bodyPr vert="eaVert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lang="en-GB" sz="2800" b="0" strike="noStrike" spc="-1"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level</a:t>
            </a:r>
            <a:endParaRPr lang="en-GB" sz="2400" b="0" strike="noStrike" spc="-1">
              <a:latin typeface="Arial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level</a:t>
            </a:r>
            <a:endParaRPr lang="en-GB" sz="2000" b="0" strike="noStrike" spc="-1">
              <a:latin typeface="Arial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level</a:t>
            </a:r>
            <a:endParaRPr lang="en-GB" sz="1800" b="0" strike="noStrike" spc="-1">
              <a:latin typeface="Arial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level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FE819E57-43A7-4C3E-A3B4-80E972038C6C}" type="datetime">
              <a:rPr lang="en-US" sz="1200" b="0" strike="noStrike" spc="-1">
                <a:solidFill>
                  <a:srgbClr val="898989"/>
                </a:solidFill>
                <a:latin typeface="Calibri"/>
              </a:rPr>
              <a:t>5/12/2021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417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</p:spPr>
        <p:txBody>
          <a:bodyPr anchor="ctr" anchorCtr="1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418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C4CF5539-34E7-4930-B04E-48471D5F8874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79" r:id="rId1"/>
    <p:sldLayoutId id="2147483780" r:id="rId2"/>
    <p:sldLayoutId id="2147483781" r:id="rId3"/>
    <p:sldLayoutId id="2147483782" r:id="rId4"/>
    <p:sldLayoutId id="2147483783" r:id="rId5"/>
    <p:sldLayoutId id="2147483784" r:id="rId6"/>
    <p:sldLayoutId id="2147483785" r:id="rId7"/>
    <p:sldLayoutId id="2147483786" r:id="rId8"/>
    <p:sldLayoutId id="2147483787" r:id="rId9"/>
    <p:sldLayoutId id="2147483788" r:id="rId10"/>
    <p:sldLayoutId id="2147483789" r:id="rId11"/>
    <p:sldLayoutId id="214748379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PlaceHolder 1"/>
          <p:cNvSpPr>
            <a:spLocks noGrp="1"/>
          </p:cNvSpPr>
          <p:nvPr>
            <p:ph type="title"/>
          </p:nvPr>
        </p:nvSpPr>
        <p:spPr>
          <a:xfrm>
            <a:off x="8724960" y="365040"/>
            <a:ext cx="2628720" cy="5811840"/>
          </a:xfrm>
          <a:prstGeom prst="rect">
            <a:avLst/>
          </a:prstGeom>
        </p:spPr>
        <p:txBody>
          <a:bodyPr vert="eaVert"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456" name="PlaceHolder 2"/>
          <p:cNvSpPr>
            <a:spLocks noGrp="1"/>
          </p:cNvSpPr>
          <p:nvPr>
            <p:ph type="body"/>
          </p:nvPr>
        </p:nvSpPr>
        <p:spPr>
          <a:xfrm>
            <a:off x="838080" y="365040"/>
            <a:ext cx="7734240" cy="5811840"/>
          </a:xfrm>
          <a:prstGeom prst="rect">
            <a:avLst/>
          </a:prstGeom>
        </p:spPr>
        <p:txBody>
          <a:bodyPr vert="eaVert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800" b="0" strike="noStrike" spc="-1">
                <a:solidFill>
                  <a:srgbClr val="000000"/>
                </a:solidFill>
                <a:latin typeface="Calibri"/>
              </a:rPr>
              <a:t>Click to edit Master text styles</a:t>
            </a:r>
            <a:endParaRPr lang="en-GB" sz="2800" b="0" strike="noStrike" spc="-1">
              <a:latin typeface="Arial"/>
            </a:endParaRPr>
          </a:p>
          <a:p>
            <a:pPr marL="685800" lvl="1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400" b="0" strike="noStrike" spc="-1">
                <a:solidFill>
                  <a:srgbClr val="000000"/>
                </a:solidFill>
                <a:latin typeface="Calibri"/>
              </a:rPr>
              <a:t>Second level</a:t>
            </a:r>
            <a:endParaRPr lang="en-GB" sz="2400" b="0" strike="noStrike" spc="-1">
              <a:latin typeface="Arial"/>
            </a:endParaRPr>
          </a:p>
          <a:p>
            <a:pPr marL="1143000" lvl="2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strike="noStrike" spc="-1">
                <a:solidFill>
                  <a:srgbClr val="000000"/>
                </a:solidFill>
                <a:latin typeface="Calibri"/>
              </a:rPr>
              <a:t>Third level</a:t>
            </a:r>
            <a:endParaRPr lang="en-GB" sz="2000" b="0" strike="noStrike" spc="-1">
              <a:latin typeface="Arial"/>
            </a:endParaRPr>
          </a:p>
          <a:p>
            <a:pPr marL="1600200" lvl="3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Fourth level</a:t>
            </a:r>
            <a:endParaRPr lang="en-GB" sz="1800" b="0" strike="noStrike" spc="-1">
              <a:latin typeface="Arial"/>
            </a:endParaRPr>
          </a:p>
          <a:p>
            <a:pPr marL="2057400" lvl="4" indent="-228600">
              <a:lnSpc>
                <a:spcPct val="90000"/>
              </a:lnSpc>
              <a:spcBef>
                <a:spcPts val="49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strike="noStrike" spc="-1">
                <a:solidFill>
                  <a:srgbClr val="000000"/>
                </a:solidFill>
                <a:latin typeface="Calibri"/>
              </a:rPr>
              <a:t>Fifth level</a:t>
            </a:r>
            <a:endParaRPr lang="en-GB" sz="1800" b="0" strike="noStrike" spc="-1">
              <a:latin typeface="Arial"/>
            </a:endParaRPr>
          </a:p>
        </p:txBody>
      </p:sp>
      <p:sp>
        <p:nvSpPr>
          <p:cNvPr id="457" name="PlaceHolder 3"/>
          <p:cNvSpPr>
            <a:spLocks noGrp="1"/>
          </p:cNvSpPr>
          <p:nvPr>
            <p:ph type="dt"/>
          </p:nvPr>
        </p:nvSpPr>
        <p:spPr>
          <a:xfrm>
            <a:off x="838080" y="6356520"/>
            <a:ext cx="2743200" cy="3650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fld id="{DDA73C89-AF8A-4E04-9BA2-4382046F509A}" type="datetime">
              <a:rPr lang="en-US" sz="1200" b="0" strike="noStrike" spc="-1">
                <a:solidFill>
                  <a:srgbClr val="898989"/>
                </a:solidFill>
                <a:latin typeface="Calibri"/>
              </a:rPr>
              <a:t>5/12/2021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458" name="PlaceHolder 4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800" cy="365040"/>
          </a:xfrm>
          <a:prstGeom prst="rect">
            <a:avLst/>
          </a:prstGeom>
        </p:spPr>
        <p:txBody>
          <a:bodyPr anchor="ctr" anchorCtr="1">
            <a:noAutofit/>
          </a:bodyPr>
          <a:lstStyle/>
          <a:p>
            <a:endParaRPr lang="en-GB" sz="2400" b="0" strike="noStrike" spc="-1">
              <a:latin typeface="Times New Roman"/>
            </a:endParaRPr>
          </a:p>
        </p:txBody>
      </p:sp>
      <p:sp>
        <p:nvSpPr>
          <p:cNvPr id="459" name="PlaceHolder 5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3200" cy="36504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822E71C-7061-4C47-A0DC-F32A6E19792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92" r:id="rId1"/>
    <p:sldLayoutId id="2147483793" r:id="rId2"/>
    <p:sldLayoutId id="2147483794" r:id="rId3"/>
    <p:sldLayoutId id="2147483795" r:id="rId4"/>
    <p:sldLayoutId id="2147483796" r:id="rId5"/>
    <p:sldLayoutId id="2147483797" r:id="rId6"/>
    <p:sldLayoutId id="2147483798" r:id="rId7"/>
    <p:sldLayoutId id="2147483799" r:id="rId8"/>
    <p:sldLayoutId id="2147483800" r:id="rId9"/>
    <p:sldLayoutId id="2147483801" r:id="rId10"/>
    <p:sldLayoutId id="2147483802" r:id="rId11"/>
    <p:sldLayoutId id="2147483803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3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5.xml"/><Relationship Id="rId4" Type="http://schemas.openxmlformats.org/officeDocument/2006/relationships/image" Target="../media/image1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TextShape 1"/>
          <p:cNvSpPr txBox="1"/>
          <p:nvPr/>
        </p:nvSpPr>
        <p:spPr>
          <a:xfrm>
            <a:off x="1523880" y="808560"/>
            <a:ext cx="9144000" cy="2387520"/>
          </a:xfrm>
          <a:prstGeom prst="rect">
            <a:avLst/>
          </a:prstGeom>
          <a:noFill/>
          <a:ln w="12600">
            <a:noFill/>
          </a:ln>
        </p:spPr>
        <p:txBody>
          <a:bodyPr anchor="b" anchorCtr="1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6000" b="0" strike="noStrike" spc="-1">
                <a:solidFill>
                  <a:srgbClr val="000000"/>
                </a:solidFill>
                <a:latin typeface="Calibri Light"/>
              </a:rPr>
              <a:t>IOT Temperature Monitoring</a:t>
            </a:r>
            <a:endParaRPr lang="en-GB" sz="6000" b="0" strike="noStrike" spc="-1">
              <a:latin typeface="Arial"/>
            </a:endParaRPr>
          </a:p>
        </p:txBody>
      </p:sp>
      <p:sp>
        <p:nvSpPr>
          <p:cNvPr id="497" name="TextShape 2"/>
          <p:cNvSpPr txBox="1"/>
          <p:nvPr/>
        </p:nvSpPr>
        <p:spPr>
          <a:xfrm>
            <a:off x="1523880" y="3602160"/>
            <a:ext cx="9144000" cy="1655640"/>
          </a:xfrm>
          <a:prstGeom prst="rect">
            <a:avLst/>
          </a:prstGeom>
          <a:noFill/>
          <a:ln w="12600">
            <a:noFill/>
          </a:ln>
        </p:spPr>
        <p:txBody>
          <a:bodyPr anchorCtr="1">
            <a:normAutofit/>
          </a:bodyPr>
          <a:lstStyle/>
          <a:p>
            <a:pPr algn="ctr">
              <a:lnSpc>
                <a:spcPct val="90000"/>
              </a:lnSpc>
              <a:spcBef>
                <a:spcPts val="1001"/>
              </a:spcBef>
            </a:pPr>
            <a:endParaRPr lang="en-GB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TextShape 1"/>
          <p:cNvSpPr txBox="1"/>
          <p:nvPr/>
        </p:nvSpPr>
        <p:spPr>
          <a:xfrm>
            <a:off x="885261" y="372006"/>
            <a:ext cx="5130720" cy="1461600"/>
          </a:xfrm>
          <a:prstGeom prst="rect">
            <a:avLst/>
          </a:prstGeom>
          <a:noFill/>
          <a:ln w="12600"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4400" b="0" strike="noStrike" spc="-1" dirty="0">
                <a:solidFill>
                  <a:srgbClr val="000000"/>
                </a:solidFill>
                <a:latin typeface="Calibri Light"/>
              </a:rPr>
              <a:t>Background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499" name="TextShape 2"/>
          <p:cNvSpPr txBox="1"/>
          <p:nvPr/>
        </p:nvSpPr>
        <p:spPr>
          <a:xfrm>
            <a:off x="885261" y="1946537"/>
            <a:ext cx="5572440" cy="3536280"/>
          </a:xfrm>
          <a:prstGeom prst="rect">
            <a:avLst/>
          </a:prstGeom>
          <a:noFill/>
          <a:ln w="12600">
            <a:noFill/>
          </a:ln>
        </p:spPr>
        <p:txBody>
          <a:bodyPr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spc="-1" dirty="0">
                <a:solidFill>
                  <a:srgbClr val="000000"/>
                </a:solidFill>
                <a:latin typeface="Calibri"/>
              </a:rPr>
              <a:t>Learning experience</a:t>
            </a:r>
            <a:br>
              <a:rPr dirty="0"/>
            </a:b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endParaRPr lang="en-GB" sz="2800" b="0" strike="noStrike" spc="-1" dirty="0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Something to build off of</a:t>
            </a:r>
            <a:br>
              <a:rPr dirty="0"/>
            </a:b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endParaRPr lang="en-GB" sz="2800" b="0" strike="noStrike" spc="-1" dirty="0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Hardware considerations</a:t>
            </a:r>
            <a:br>
              <a:rPr dirty="0"/>
            </a:b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endParaRPr lang="en-GB" sz="2800" b="0" strike="noStrike" spc="-1" dirty="0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Budget</a:t>
            </a:r>
            <a:endParaRPr lang="en-GB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TextShape 1"/>
          <p:cNvSpPr txBox="1"/>
          <p:nvPr/>
        </p:nvSpPr>
        <p:spPr>
          <a:xfrm>
            <a:off x="922140" y="345373"/>
            <a:ext cx="5795280" cy="1461600"/>
          </a:xfrm>
          <a:prstGeom prst="rect">
            <a:avLst/>
          </a:prstGeom>
          <a:noFill/>
          <a:ln w="12600"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4400" b="0" strike="noStrike" spc="-1" dirty="0">
                <a:solidFill>
                  <a:srgbClr val="000000"/>
                </a:solidFill>
                <a:latin typeface="Calibri Light"/>
              </a:rPr>
              <a:t>Why I </a:t>
            </a:r>
            <a:r>
              <a:rPr lang="en-CA" sz="4400" b="0" strike="noStrike" spc="-1" dirty="0">
                <a:solidFill>
                  <a:srgbClr val="000000"/>
                </a:solidFill>
                <a:latin typeface="Calibri Light"/>
              </a:rPr>
              <a:t>Chose</a:t>
            </a:r>
            <a:r>
              <a:rPr lang="nb-NO" sz="4400" b="0" strike="noStrike" spc="-1" dirty="0">
                <a:solidFill>
                  <a:srgbClr val="000000"/>
                </a:solidFill>
                <a:latin typeface="Calibri Light"/>
              </a:rPr>
              <a:t> This Project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501" name="TextShape 2"/>
          <p:cNvSpPr txBox="1"/>
          <p:nvPr/>
        </p:nvSpPr>
        <p:spPr>
          <a:xfrm>
            <a:off x="965160" y="1806973"/>
            <a:ext cx="5709240" cy="3536280"/>
          </a:xfrm>
          <a:prstGeom prst="rect">
            <a:avLst/>
          </a:prstGeom>
          <a:noFill/>
          <a:ln w="12600">
            <a:noFill/>
          </a:ln>
        </p:spPr>
        <p:txBody>
          <a:bodyPr>
            <a:normAutofit lnSpcReduction="10000"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Within scope &amp; time frame, </a:t>
            </a:r>
            <a:r>
              <a:rPr lang="nb-NO" sz="2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not mechanically complex</a:t>
            </a:r>
            <a:br>
              <a:rPr dirty="0"/>
            </a:b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endParaRPr lang="en-GB" sz="2800" b="0" strike="noStrike" spc="-1" dirty="0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Can be expanded upon in the future</a:t>
            </a:r>
            <a:br>
              <a:rPr dirty="0"/>
            </a:b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endParaRPr lang="en-GB" sz="2800" b="0" strike="noStrike" spc="-1" dirty="0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Hardware choice</a:t>
            </a:r>
            <a:br>
              <a:rPr dirty="0"/>
            </a:b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endParaRPr lang="en-GB" sz="2800" b="0" strike="noStrike" spc="-1" dirty="0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Practical for my use</a:t>
            </a:r>
            <a:endParaRPr lang="en-GB" sz="2800" b="0" strike="noStrike" spc="-1" dirty="0">
              <a:latin typeface="Arial"/>
            </a:endParaRPr>
          </a:p>
        </p:txBody>
      </p:sp>
      <p:pic>
        <p:nvPicPr>
          <p:cNvPr id="502" name="Bilde 4"/>
          <p:cNvPicPr/>
          <p:nvPr/>
        </p:nvPicPr>
        <p:blipFill>
          <a:blip r:embed="rId2"/>
          <a:stretch/>
        </p:blipFill>
        <p:spPr>
          <a:xfrm>
            <a:off x="7535160" y="2105640"/>
            <a:ext cx="3217320" cy="3217320"/>
          </a:xfrm>
          <a:prstGeom prst="rect">
            <a:avLst/>
          </a:prstGeom>
          <a:ln w="12600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TextShape 1"/>
          <p:cNvSpPr txBox="1"/>
          <p:nvPr/>
        </p:nvSpPr>
        <p:spPr>
          <a:xfrm>
            <a:off x="901686" y="324786"/>
            <a:ext cx="5130720" cy="1461600"/>
          </a:xfrm>
          <a:prstGeom prst="rect">
            <a:avLst/>
          </a:prstGeom>
          <a:noFill/>
          <a:ln w="12600"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4400" b="0" strike="noStrike" spc="-1" dirty="0">
                <a:solidFill>
                  <a:srgbClr val="000000"/>
                </a:solidFill>
                <a:latin typeface="Calibri Light"/>
              </a:rPr>
              <a:t>Hardware Setup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504" name="TextShape 2"/>
          <p:cNvSpPr txBox="1"/>
          <p:nvPr/>
        </p:nvSpPr>
        <p:spPr>
          <a:xfrm>
            <a:off x="901686" y="1786386"/>
            <a:ext cx="4595400" cy="3536280"/>
          </a:xfrm>
          <a:prstGeom prst="rect">
            <a:avLst/>
          </a:prstGeom>
          <a:noFill/>
          <a:ln w="12600">
            <a:noFill/>
          </a:ln>
        </p:spPr>
        <p:txBody>
          <a:bodyPr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Minimal Components</a:t>
            </a:r>
            <a:br>
              <a:rPr dirty="0"/>
            </a:b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endParaRPr lang="en-GB" sz="2800" b="0" strike="noStrike" spc="-1" dirty="0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Raspberry Pi 4B</a:t>
            </a:r>
            <a:br>
              <a:rPr dirty="0"/>
            </a:b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endParaRPr lang="en-GB" sz="2800" b="0" strike="noStrike" spc="-1" dirty="0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DHT22 Temperature Sensor</a:t>
            </a:r>
            <a:br>
              <a:rPr dirty="0"/>
            </a:b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endParaRPr lang="en-GB" sz="2800" b="0" strike="noStrike" spc="-1" dirty="0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9W Power Supply</a:t>
            </a:r>
            <a:endParaRPr lang="en-GB" sz="2800" b="0" strike="noStrike" spc="-1" dirty="0">
              <a:latin typeface="Arial"/>
            </a:endParaRPr>
          </a:p>
        </p:txBody>
      </p:sp>
      <p:pic>
        <p:nvPicPr>
          <p:cNvPr id="505" name="Bilde 4"/>
          <p:cNvPicPr/>
          <p:nvPr/>
        </p:nvPicPr>
        <p:blipFill>
          <a:blip r:embed="rId2"/>
          <a:stretch/>
        </p:blipFill>
        <p:spPr>
          <a:xfrm>
            <a:off x="5454360" y="1581840"/>
            <a:ext cx="6235920" cy="3326760"/>
          </a:xfrm>
          <a:prstGeom prst="rect">
            <a:avLst/>
          </a:prstGeom>
          <a:ln w="12600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TextShape 1"/>
          <p:cNvSpPr txBox="1"/>
          <p:nvPr/>
        </p:nvSpPr>
        <p:spPr>
          <a:xfrm>
            <a:off x="902880" y="302040"/>
            <a:ext cx="10496048" cy="1461600"/>
          </a:xfrm>
          <a:prstGeom prst="rect">
            <a:avLst/>
          </a:prstGeom>
          <a:noFill/>
          <a:ln w="12600"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4400" b="0" strike="noStrike" spc="-1" dirty="0">
                <a:solidFill>
                  <a:srgbClr val="000000"/>
                </a:solidFill>
                <a:latin typeface="Calibri Light"/>
              </a:rPr>
              <a:t>Software &amp; Architecture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507" name="TextShape 2"/>
          <p:cNvSpPr txBox="1"/>
          <p:nvPr/>
        </p:nvSpPr>
        <p:spPr>
          <a:xfrm>
            <a:off x="902880" y="1763640"/>
            <a:ext cx="6226920" cy="3536280"/>
          </a:xfrm>
          <a:prstGeom prst="rect">
            <a:avLst/>
          </a:prstGeom>
          <a:noFill/>
          <a:ln w="12600">
            <a:noFill/>
          </a:ln>
        </p:spPr>
        <p:txBody>
          <a:bodyPr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Sensing Layer (DHT22 Sensor)</a:t>
            </a:r>
            <a:br>
              <a:rPr dirty="0"/>
            </a:b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endParaRPr lang="en-GB" sz="2800" b="0" strike="noStrike" spc="-1" dirty="0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IOT Hardware Platform (RPi)</a:t>
            </a:r>
            <a:br>
              <a:rPr dirty="0"/>
            </a:b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endParaRPr lang="en-GB" sz="2800" b="0" strike="noStrike" spc="-1" dirty="0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IOT Hub (Initial State)</a:t>
            </a:r>
            <a:br>
              <a:rPr dirty="0"/>
            </a:b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endParaRPr lang="en-GB" sz="2800" b="0" strike="noStrike" spc="-1" dirty="0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End-User Dashboard (PC &amp; Mobile)</a:t>
            </a:r>
            <a:endParaRPr lang="en-GB" sz="2800" b="0" strike="noStrike" spc="-1" dirty="0">
              <a:latin typeface="Arial"/>
            </a:endParaRPr>
          </a:p>
        </p:txBody>
      </p:sp>
      <p:pic>
        <p:nvPicPr>
          <p:cNvPr id="508" name="Bilde 4"/>
          <p:cNvPicPr/>
          <p:nvPr/>
        </p:nvPicPr>
        <p:blipFill>
          <a:blip r:embed="rId2"/>
          <a:stretch/>
        </p:blipFill>
        <p:spPr>
          <a:xfrm>
            <a:off x="6531840" y="1032840"/>
            <a:ext cx="5566680" cy="4694760"/>
          </a:xfrm>
          <a:prstGeom prst="rect">
            <a:avLst/>
          </a:prstGeom>
          <a:ln w="12600"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TextShape 1"/>
          <p:cNvSpPr txBox="1"/>
          <p:nvPr/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12600"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4400" b="0" strike="noStrike" spc="-1" dirty="0">
                <a:solidFill>
                  <a:srgbClr val="000000"/>
                </a:solidFill>
                <a:latin typeface="Calibri Light"/>
              </a:rPr>
              <a:t>Hardware Implementation</a:t>
            </a:r>
            <a:endParaRPr lang="en-GB" sz="4400" b="0" strike="noStrike" spc="-1" dirty="0">
              <a:latin typeface="Arial"/>
            </a:endParaRPr>
          </a:p>
        </p:txBody>
      </p:sp>
      <p:sp>
        <p:nvSpPr>
          <p:cNvPr id="510" name="TextShape 2"/>
          <p:cNvSpPr txBox="1"/>
          <p:nvPr/>
        </p:nvSpPr>
        <p:spPr>
          <a:xfrm>
            <a:off x="838080" y="2320083"/>
            <a:ext cx="10515600" cy="4351320"/>
          </a:xfrm>
          <a:prstGeom prst="rect">
            <a:avLst/>
          </a:prstGeom>
          <a:noFill/>
          <a:ln w="12600">
            <a:noFill/>
          </a:ln>
        </p:spPr>
        <p:txBody>
          <a:bodyPr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Setting up the workstation</a:t>
            </a:r>
            <a:br>
              <a:rPr dirty="0"/>
            </a:br>
            <a:br>
              <a:rPr dirty="0"/>
            </a:b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endParaRPr lang="en-GB" sz="2800" b="0" strike="noStrike" spc="-1" dirty="0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Wiring the sensors</a:t>
            </a:r>
            <a:br>
              <a:rPr dirty="0"/>
            </a:br>
            <a:br>
              <a:rPr dirty="0"/>
            </a:b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endParaRPr lang="en-GB" sz="2800" b="0" strike="noStrike" spc="-1" dirty="0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Test if hardware functions (in software)</a:t>
            </a:r>
            <a:endParaRPr lang="en-GB" sz="2800" b="0" strike="noStrike" spc="-1" dirty="0">
              <a:latin typeface="Arial"/>
            </a:endParaRPr>
          </a:p>
        </p:txBody>
      </p:sp>
      <p:pic>
        <p:nvPicPr>
          <p:cNvPr id="3" name="Picture 2" descr="A circuit board with wires&#10;&#10;Description automatically generated with low confidence">
            <a:extLst>
              <a:ext uri="{FF2B5EF4-FFF2-40B4-BE49-F238E27FC236}">
                <a16:creationId xmlns:a16="http://schemas.microsoft.com/office/drawing/2014/main" id="{92E9388B-2BD9-4BF5-8EEC-187FD91791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60840" y="1448131"/>
            <a:ext cx="5417976" cy="304761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" name="TextShape 1"/>
          <p:cNvSpPr txBox="1"/>
          <p:nvPr/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12600"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4400" b="0" strike="noStrike" spc="-1">
                <a:solidFill>
                  <a:srgbClr val="000000"/>
                </a:solidFill>
                <a:latin typeface="Calibri Light"/>
                <a:ea typeface="Calibri Light"/>
              </a:rPr>
              <a:t>Software Implementation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513" name="TextShape 2"/>
          <p:cNvSpPr txBox="1"/>
          <p:nvPr/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 w="12600">
            <a:noFill/>
          </a:ln>
        </p:spPr>
        <p:txBody>
          <a:bodyPr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>
                <a:solidFill>
                  <a:srgbClr val="000000"/>
                </a:solidFill>
                <a:latin typeface="Calibri"/>
              </a:rPr>
              <a:t>Setting up Raspberry Pi OS</a:t>
            </a:r>
            <a:br/>
            <a:r>
              <a:rPr lang="nb-NO" sz="2800" b="0" strike="noStrike" spc="-1">
                <a:solidFill>
                  <a:srgbClr val="000000"/>
                </a:solidFill>
                <a:latin typeface="Calibri"/>
              </a:rPr>
              <a:t> </a:t>
            </a:r>
            <a:endParaRPr lang="en-GB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>
                <a:solidFill>
                  <a:srgbClr val="000000"/>
                </a:solidFill>
                <a:latin typeface="Calibri"/>
              </a:rPr>
              <a:t>Enabling SSH</a:t>
            </a:r>
            <a:br/>
            <a:r>
              <a:rPr lang="nb-NO" sz="2800" b="0" strike="noStrike" spc="-1">
                <a:solidFill>
                  <a:srgbClr val="000000"/>
                </a:solidFill>
                <a:latin typeface="Calibri"/>
              </a:rPr>
              <a:t> </a:t>
            </a:r>
            <a:endParaRPr lang="en-GB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>
                <a:solidFill>
                  <a:srgbClr val="000000"/>
                </a:solidFill>
                <a:latin typeface="Calibri"/>
              </a:rPr>
              <a:t>Writing the Python script</a:t>
            </a:r>
            <a:br/>
            <a:r>
              <a:rPr lang="nb-NO" sz="2800" b="0" strike="noStrike" spc="-1">
                <a:solidFill>
                  <a:srgbClr val="000000"/>
                </a:solidFill>
                <a:latin typeface="Calibri"/>
              </a:rPr>
              <a:t> </a:t>
            </a:r>
            <a:endParaRPr lang="en-GB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>
                <a:solidFill>
                  <a:srgbClr val="000000"/>
                </a:solidFill>
                <a:latin typeface="Calibri"/>
              </a:rPr>
              <a:t>Setting up streaming service</a:t>
            </a:r>
            <a:endParaRPr lang="en-GB" sz="2800" b="0" strike="noStrike" spc="-1">
              <a:latin typeface="Arial"/>
            </a:endParaRPr>
          </a:p>
        </p:txBody>
      </p:sp>
      <p:pic>
        <p:nvPicPr>
          <p:cNvPr id="514" name="Bilde 4" descr="Et bilde som inneholder tekst&#10;&#10;Automatisk generert beskrivelse"/>
          <p:cNvPicPr/>
          <p:nvPr/>
        </p:nvPicPr>
        <p:blipFill>
          <a:blip r:embed="rId2"/>
          <a:stretch/>
        </p:blipFill>
        <p:spPr>
          <a:xfrm>
            <a:off x="5515560" y="1334160"/>
            <a:ext cx="5312520" cy="2314080"/>
          </a:xfrm>
          <a:prstGeom prst="rect">
            <a:avLst/>
          </a:prstGeom>
          <a:ln w="12600">
            <a:noFill/>
          </a:ln>
        </p:spPr>
      </p:pic>
      <p:pic>
        <p:nvPicPr>
          <p:cNvPr id="515" name="Bilde 5" descr="Et bilde som inneholder tekst&#10;&#10;Automatisk generert beskrivelse"/>
          <p:cNvPicPr/>
          <p:nvPr/>
        </p:nvPicPr>
        <p:blipFill>
          <a:blip r:embed="rId3"/>
          <a:stretch/>
        </p:blipFill>
        <p:spPr>
          <a:xfrm>
            <a:off x="5515560" y="3778920"/>
            <a:ext cx="4159800" cy="2318400"/>
          </a:xfrm>
          <a:prstGeom prst="rect">
            <a:avLst/>
          </a:prstGeom>
          <a:ln w="12600">
            <a:noFill/>
          </a:ln>
        </p:spPr>
      </p:pic>
      <p:pic>
        <p:nvPicPr>
          <p:cNvPr id="516" name="Bilde 6" descr="Et bilde som inneholder tekst&#10;&#10;Automatisk generert beskrivelse"/>
          <p:cNvPicPr/>
          <p:nvPr/>
        </p:nvPicPr>
        <p:blipFill>
          <a:blip r:embed="rId4"/>
          <a:stretch/>
        </p:blipFill>
        <p:spPr>
          <a:xfrm>
            <a:off x="9247680" y="3849840"/>
            <a:ext cx="3045960" cy="2166840"/>
          </a:xfrm>
          <a:prstGeom prst="rect">
            <a:avLst/>
          </a:prstGeom>
          <a:ln w="12600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TextShape 1"/>
          <p:cNvSpPr txBox="1"/>
          <p:nvPr/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12600"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4400" b="0" strike="noStrike" spc="-1">
                <a:solidFill>
                  <a:srgbClr val="000000"/>
                </a:solidFill>
                <a:latin typeface="Calibri Light"/>
              </a:rPr>
              <a:t>Results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518" name="TextShape 2"/>
          <p:cNvSpPr txBox="1"/>
          <p:nvPr/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 w="12600">
            <a:noFill/>
          </a:ln>
        </p:spPr>
        <p:txBody>
          <a:bodyPr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>
                <a:solidFill>
                  <a:srgbClr val="000000"/>
                </a:solidFill>
                <a:latin typeface="Calibri"/>
              </a:rPr>
              <a:t>Testing the script</a:t>
            </a:r>
            <a:br/>
            <a:br/>
            <a:r>
              <a:rPr lang="nb-NO" sz="2800" b="0" strike="noStrike" spc="-1">
                <a:solidFill>
                  <a:srgbClr val="000000"/>
                </a:solidFill>
                <a:latin typeface="Calibri"/>
              </a:rPr>
              <a:t> </a:t>
            </a:r>
            <a:endParaRPr lang="en-GB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>
                <a:solidFill>
                  <a:srgbClr val="000000"/>
                </a:solidFill>
                <a:latin typeface="Calibri"/>
              </a:rPr>
              <a:t>Testing the example stream</a:t>
            </a:r>
            <a:endParaRPr lang="en-GB" sz="2800" b="0" strike="noStrike" spc="-1">
              <a:latin typeface="Arial"/>
            </a:endParaRPr>
          </a:p>
        </p:txBody>
      </p:sp>
      <p:pic>
        <p:nvPicPr>
          <p:cNvPr id="519" name="Bilde 4"/>
          <p:cNvPicPr/>
          <p:nvPr/>
        </p:nvPicPr>
        <p:blipFill>
          <a:blip r:embed="rId2"/>
          <a:stretch/>
        </p:blipFill>
        <p:spPr>
          <a:xfrm>
            <a:off x="5818680" y="3428640"/>
            <a:ext cx="5781600" cy="3137040"/>
          </a:xfrm>
          <a:prstGeom prst="rect">
            <a:avLst/>
          </a:prstGeom>
          <a:ln w="12600">
            <a:noFill/>
          </a:ln>
        </p:spPr>
      </p:pic>
      <p:pic>
        <p:nvPicPr>
          <p:cNvPr id="520" name="Bilde 5" descr="Et bilde som inneholder tekst&#10;&#10;Automatisk generert beskrivelse"/>
          <p:cNvPicPr/>
          <p:nvPr/>
        </p:nvPicPr>
        <p:blipFill>
          <a:blip r:embed="rId3"/>
          <a:stretch/>
        </p:blipFill>
        <p:spPr>
          <a:xfrm>
            <a:off x="6619680" y="366120"/>
            <a:ext cx="4023000" cy="2745720"/>
          </a:xfrm>
          <a:prstGeom prst="rect">
            <a:avLst/>
          </a:prstGeom>
          <a:ln w="12600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TextShape 1"/>
          <p:cNvSpPr txBox="1"/>
          <p:nvPr/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12600"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4400" b="0" strike="noStrike" spc="-1">
                <a:solidFill>
                  <a:srgbClr val="000000"/>
                </a:solidFill>
                <a:latin typeface="Calibri Light"/>
                <a:ea typeface="Calibri Light"/>
              </a:rPr>
              <a:t>Results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522" name="TextShape 2"/>
          <p:cNvSpPr txBox="1"/>
          <p:nvPr/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 w="12600">
            <a:noFill/>
          </a:ln>
        </p:spPr>
        <p:txBody>
          <a:bodyPr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Results on the web application</a:t>
            </a:r>
            <a:br>
              <a:rPr lang="nb-NO" sz="2800" b="0" strike="noStrike" spc="-1" dirty="0">
                <a:solidFill>
                  <a:srgbClr val="000000"/>
                </a:solidFill>
                <a:latin typeface="Calibri"/>
                <a:ea typeface="Calibri"/>
              </a:rPr>
            </a:br>
            <a:br>
              <a:rPr dirty="0"/>
            </a:br>
            <a:endParaRPr lang="en-GB" sz="2800" b="0" strike="noStrike" spc="-1" dirty="0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Functions on mobile </a:t>
            </a:r>
          </a:p>
          <a:p>
            <a:pPr marL="685800" lvl="1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0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incl. notifications</a:t>
            </a:r>
            <a:br>
              <a:rPr lang="nb-NO" sz="2800" b="0" strike="noStrike" spc="-1" dirty="0">
                <a:solidFill>
                  <a:srgbClr val="000000"/>
                </a:solidFill>
                <a:latin typeface="Calibri"/>
                <a:ea typeface="Calibri"/>
              </a:rPr>
            </a:br>
            <a:endParaRPr lang="en-GB" sz="2800" b="0" strike="noStrike" spc="-1" dirty="0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 dirty="0">
                <a:solidFill>
                  <a:srgbClr val="000000"/>
                </a:solidFill>
                <a:latin typeface="Calibri"/>
                <a:ea typeface="Calibri"/>
              </a:rPr>
              <a:t>Minimal Errors</a:t>
            </a:r>
            <a:br>
              <a:rPr lang="nb-NO" sz="2800" b="0" strike="noStrike" spc="-1" dirty="0">
                <a:solidFill>
                  <a:srgbClr val="000000"/>
                </a:solidFill>
                <a:latin typeface="Calibri"/>
                <a:ea typeface="Calibri"/>
              </a:rPr>
            </a:br>
            <a:br>
              <a:rPr dirty="0"/>
            </a:br>
            <a:br>
              <a:rPr dirty="0"/>
            </a:b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endParaRPr lang="en-GB" sz="2800" b="0" strike="noStrike" spc="-1" dirty="0">
              <a:latin typeface="Arial"/>
            </a:endParaRPr>
          </a:p>
        </p:txBody>
      </p:sp>
      <p:pic>
        <p:nvPicPr>
          <p:cNvPr id="523" name="Bilde 4"/>
          <p:cNvPicPr/>
          <p:nvPr/>
        </p:nvPicPr>
        <p:blipFill>
          <a:blip r:embed="rId2"/>
          <a:stretch/>
        </p:blipFill>
        <p:spPr>
          <a:xfrm>
            <a:off x="5964169" y="807840"/>
            <a:ext cx="5546880" cy="3009960"/>
          </a:xfrm>
          <a:prstGeom prst="rect">
            <a:avLst/>
          </a:prstGeom>
          <a:ln w="12600">
            <a:noFill/>
          </a:ln>
        </p:spPr>
      </p:pic>
      <p:pic>
        <p:nvPicPr>
          <p:cNvPr id="524" name="Bilde 5"/>
          <p:cNvPicPr/>
          <p:nvPr/>
        </p:nvPicPr>
        <p:blipFill>
          <a:blip r:embed="rId3"/>
          <a:stretch/>
        </p:blipFill>
        <p:spPr>
          <a:xfrm>
            <a:off x="5964169" y="3817800"/>
            <a:ext cx="4403880" cy="2905200"/>
          </a:xfrm>
          <a:prstGeom prst="rect">
            <a:avLst/>
          </a:prstGeom>
          <a:ln w="12600">
            <a:noFill/>
          </a:ln>
        </p:spPr>
      </p:pic>
      <p:pic>
        <p:nvPicPr>
          <p:cNvPr id="3" name="Picture 2" descr="Text&#10;&#10;Description automatically generated with medium confidence">
            <a:extLst>
              <a:ext uri="{FF2B5EF4-FFF2-40B4-BE49-F238E27FC236}">
                <a16:creationId xmlns:a16="http://schemas.microsoft.com/office/drawing/2014/main" id="{E6A08CA5-F6CD-432F-B0DF-20AD5239A9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239" y="3448643"/>
            <a:ext cx="1640150" cy="32802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TextShape 1"/>
          <p:cNvSpPr txBox="1"/>
          <p:nvPr/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12600"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4400" b="0" strike="noStrike" spc="-1">
                <a:solidFill>
                  <a:srgbClr val="000000"/>
                </a:solidFill>
                <a:latin typeface="Calibri Light"/>
              </a:rPr>
              <a:t>Conclusion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526" name="TextShape 2"/>
          <p:cNvSpPr txBox="1"/>
          <p:nvPr/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 w="12600">
            <a:noFill/>
          </a:ln>
        </p:spPr>
        <p:txBody>
          <a:bodyPr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>
                <a:solidFill>
                  <a:srgbClr val="000000"/>
                </a:solidFill>
                <a:latin typeface="Calibri"/>
              </a:rPr>
              <a:t>All systems functional</a:t>
            </a:r>
            <a:br/>
            <a:br/>
            <a:r>
              <a:rPr lang="nb-NO" sz="2800" b="0" strike="noStrike" spc="-1">
                <a:solidFill>
                  <a:srgbClr val="000000"/>
                </a:solidFill>
                <a:latin typeface="Calibri"/>
              </a:rPr>
              <a:t> </a:t>
            </a:r>
            <a:endParaRPr lang="en-GB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>
                <a:solidFill>
                  <a:srgbClr val="000000"/>
                </a:solidFill>
                <a:latin typeface="Calibri"/>
              </a:rPr>
              <a:t>Works to a good standard</a:t>
            </a:r>
            <a:br/>
            <a:br/>
            <a:r>
              <a:rPr lang="nb-NO" sz="2800" b="0" strike="noStrike" spc="-1">
                <a:solidFill>
                  <a:srgbClr val="000000"/>
                </a:solidFill>
                <a:latin typeface="Calibri"/>
              </a:rPr>
              <a:t> </a:t>
            </a:r>
            <a:endParaRPr lang="en-GB" sz="2800" b="0" strike="noStrike" spc="-1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>
                <a:solidFill>
                  <a:srgbClr val="000000"/>
                </a:solidFill>
                <a:latin typeface="Calibri"/>
              </a:rPr>
              <a:t>The first IOT solution at home</a:t>
            </a:r>
            <a:endParaRPr lang="en-GB" sz="2800" b="0" strike="noStrike" spc="-1">
              <a:latin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7" name="TextShape 1"/>
          <p:cNvSpPr txBox="1"/>
          <p:nvPr/>
        </p:nvSpPr>
        <p:spPr>
          <a:xfrm>
            <a:off x="838080" y="365040"/>
            <a:ext cx="10515600" cy="1325520"/>
          </a:xfrm>
          <a:prstGeom prst="rect">
            <a:avLst/>
          </a:prstGeom>
          <a:noFill/>
          <a:ln w="12600">
            <a:noFill/>
          </a:ln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nb-NO" sz="4400" b="0" strike="noStrike" spc="-1">
                <a:solidFill>
                  <a:srgbClr val="000000"/>
                </a:solidFill>
                <a:latin typeface="Calibri Light"/>
              </a:rPr>
              <a:t>Future Improvements &amp; Considerations</a:t>
            </a:r>
            <a:endParaRPr lang="en-GB" sz="4400" b="0" strike="noStrike" spc="-1">
              <a:latin typeface="Arial"/>
            </a:endParaRPr>
          </a:p>
        </p:txBody>
      </p:sp>
      <p:sp>
        <p:nvSpPr>
          <p:cNvPr id="528" name="TextShape 2"/>
          <p:cNvSpPr txBox="1"/>
          <p:nvPr/>
        </p:nvSpPr>
        <p:spPr>
          <a:xfrm>
            <a:off x="838080" y="1825560"/>
            <a:ext cx="10515600" cy="4351320"/>
          </a:xfrm>
          <a:prstGeom prst="rect">
            <a:avLst/>
          </a:prstGeom>
          <a:noFill/>
          <a:ln w="12600">
            <a:noFill/>
          </a:ln>
        </p:spPr>
        <p:txBody>
          <a:bodyPr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Temperature indicator light</a:t>
            </a:r>
            <a:br>
              <a:rPr dirty="0"/>
            </a:b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endParaRPr lang="en-GB" sz="2800" b="0" strike="noStrike" spc="-1" dirty="0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LED hardware readout</a:t>
            </a:r>
            <a:br>
              <a:rPr dirty="0"/>
            </a:b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 </a:t>
            </a:r>
            <a:endParaRPr lang="en-GB" sz="2800" b="0" strike="noStrike" spc="-1" dirty="0">
              <a:latin typeface="Arial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b="0" strike="noStrike" spc="-1" dirty="0">
                <a:solidFill>
                  <a:srgbClr val="000000"/>
                </a:solidFill>
                <a:latin typeface="Calibri"/>
              </a:rPr>
              <a:t>Cosmetic Improvements</a:t>
            </a:r>
            <a:br>
              <a:rPr lang="nb-NO" sz="2800" b="0" strike="noStrike" spc="-1" dirty="0">
                <a:solidFill>
                  <a:srgbClr val="000000"/>
                </a:solidFill>
                <a:latin typeface="Calibri"/>
              </a:rPr>
            </a:br>
            <a:endParaRPr lang="nb-NO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228600" indent="-228600">
              <a:lnSpc>
                <a:spcPct val="90000"/>
              </a:lnSpc>
              <a:spcBef>
                <a:spcPts val="1001"/>
              </a:spcBef>
              <a:buClr>
                <a:srgbClr val="000000"/>
              </a:buClr>
              <a:buFont typeface="Arial"/>
              <a:buChar char="•"/>
            </a:pPr>
            <a:r>
              <a:rPr lang="nb-NO" sz="2800" spc="-1" dirty="0">
                <a:solidFill>
                  <a:srgbClr val="000000"/>
                </a:solidFill>
                <a:latin typeface="Calibri"/>
              </a:rPr>
              <a:t>Rpi Model 4 Overkill</a:t>
            </a:r>
            <a:endParaRPr lang="en-GB" sz="28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119</TotalTime>
  <Words>226</Words>
  <Application>Microsoft Office PowerPoint</Application>
  <PresentationFormat>Widescreen</PresentationFormat>
  <Paragraphs>47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12</vt:i4>
      </vt:variant>
      <vt:variant>
        <vt:lpstr>Slide Titles</vt:lpstr>
      </vt:variant>
      <vt:variant>
        <vt:i4>11</vt:i4>
      </vt:variant>
    </vt:vector>
  </HeadingPairs>
  <TitlesOfParts>
    <vt:vector size="29" baseType="lpstr">
      <vt:lpstr>Arial</vt:lpstr>
      <vt:lpstr>Calibri</vt:lpstr>
      <vt:lpstr>Calibri Light</vt:lpstr>
      <vt:lpstr>Symbol</vt:lpstr>
      <vt:lpstr>Times New Roman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PowerPoint-presentasjon</dc:title>
  <dc:subject/>
  <dc:creator/>
  <dc:description/>
  <cp:lastModifiedBy>josef krivan</cp:lastModifiedBy>
  <cp:revision>161</cp:revision>
  <dcterms:created xsi:type="dcterms:W3CDTF">2021-05-08T15:41:23Z</dcterms:created>
  <dcterms:modified xsi:type="dcterms:W3CDTF">2021-05-12T09:56:53Z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8a2a491c-6bc6-44e1-86bb-704e795c0519_ActionId">
    <vt:lpwstr>1130ce44-8d21-48d0-9b1e-fd4af85f1392</vt:lpwstr>
  </property>
  <property fmtid="{D5CDD505-2E9C-101B-9397-08002B2CF9AE}" pid="3" name="MSIP_Label_8a2a491c-6bc6-44e1-86bb-704e795c0519_ContentBits">
    <vt:lpwstr>0</vt:lpwstr>
  </property>
  <property fmtid="{D5CDD505-2E9C-101B-9397-08002B2CF9AE}" pid="4" name="MSIP_Label_8a2a491c-6bc6-44e1-86bb-704e795c0519_Enabled">
    <vt:lpwstr>True</vt:lpwstr>
  </property>
  <property fmtid="{D5CDD505-2E9C-101B-9397-08002B2CF9AE}" pid="5" name="MSIP_Label_8a2a491c-6bc6-44e1-86bb-704e795c0519_Method">
    <vt:lpwstr>Privileged</vt:lpwstr>
  </property>
  <property fmtid="{D5CDD505-2E9C-101B-9397-08002B2CF9AE}" pid="6" name="MSIP_Label_8a2a491c-6bc6-44e1-86bb-704e795c0519_Name">
    <vt:lpwstr>Personal</vt:lpwstr>
  </property>
  <property fmtid="{D5CDD505-2E9C-101B-9397-08002B2CF9AE}" pid="7" name="MSIP_Label_8a2a491c-6bc6-44e1-86bb-704e795c0519_SetDate">
    <vt:lpwstr>2021-05-10T13:03:09Z</vt:lpwstr>
  </property>
  <property fmtid="{D5CDD505-2E9C-101B-9397-08002B2CF9AE}" pid="8" name="MSIP_Label_8a2a491c-6bc6-44e1-86bb-704e795c0519_SiteId">
    <vt:lpwstr>fec81f12-6286-4550-8911-f446fcdafa1f</vt:lpwstr>
  </property>
</Properties>
</file>